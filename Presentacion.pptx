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A3D7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2A3D7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vs Pago en Steam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realmente a los juegos gratuitos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de pago en el catálogo más grande de PC?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Frr · Bootcamp Data Science · 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Steam aloja dos modelos de negocio muy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DE PAGO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Pago único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desembolso para acceder al producto. El comprador asume el riesgo y el desarrollador obtiene los ingresos por adelantado.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ELDEN RING, Hades, Cyberpunk 2077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48640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FREE-TO-PLAY (F2P)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Gratuito + microtransacciones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libre al juego. Monetización por skins, pases de batalla, contenido cosmético o ventaja competitiva.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5212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Counter-Strike 2, Dota 2, Apex Legends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fueras a publicar tu próximo juego en Steam…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modelo elegirías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por qué?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intuición del sector se apoya en casos famosos (Fortnite, CS:GO, Genshin Impact). Este análisis busca la respuesta en los 122.611 juegos del catálogo completo.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afirmaciones a contrastar con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crítica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F2P obtienen menor % de reseñas positivas que los de pago.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146304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17830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38144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géneros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38144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y de pago concentran su catálogo en géneros distintos.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146304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7830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36208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jugadores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6208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F2P tienen una mediana de Peak CCU mayor que los de pago.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51392" y="146304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7830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34272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temporal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34272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% de lanzamientos F2P ha crecido año a año desde 2010.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catálogo completo de Steam, depurado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122.611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brutos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enero 2026 del catálogo de Steam.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57600" cy="411480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58.251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con tracción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al menos 10 reseñas o presencia de jugadores concurrentes.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554480"/>
            <a:ext cx="3657600" cy="411480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737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 / 87%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50392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/ Pago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real, lejos del 66% bruto inicial.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Steam Games Dataset (FronkonGames) · Steam Web API + SteamSpy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 · RECEPCIÓN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¿Son los F2P peor valorados? Sí, pero por poco.</a:t>
            </a:r>
            <a:endParaRPr lang="en-US" sz="3200" dirty="0"/>
          </a:p>
        </p:txBody>
      </p:sp>
      <p:pic>
        <p:nvPicPr>
          <p:cNvPr id="4" name="Image 0" descr="/sessions/relaxed-hopeful-lovelace/mnt/GitHub/EDA_Steam_F2P_vs_Paid/src/img/h1_pct_posi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6751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371600"/>
            <a:ext cx="438912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CONFIRMADA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58952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F2P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3017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79.17%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589520" y="3749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Pago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4023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82.4%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589520" y="4937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p ≈ 10⁻³²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5212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significativa, pero solo de 3 puntos.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 · GÉNEROS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y Pago compiten en mundos paralelos</a:t>
            </a:r>
            <a:endParaRPr lang="en-US" sz="3200" dirty="0"/>
          </a:p>
        </p:txBody>
      </p:sp>
      <p:pic>
        <p:nvPicPr>
          <p:cNvPr id="4" name="Image 0" descr="/sessions/relaxed-hopeful-lovelace/mnt/GitHub/EDA_Steam_F2P_vs_Paid/src/img/h2_top_gene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76809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71600"/>
            <a:ext cx="347472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0392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test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4135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5039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≈ 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4389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«Free To Play» aparece como categoría propia: un género en sí mismo.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3 · VOLUMEN DE JUGADORES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no gana en mediana — pero domina la cima</a:t>
            </a:r>
            <a:endParaRPr lang="en-US" sz="3200" dirty="0"/>
          </a:p>
        </p:txBody>
      </p:sp>
      <p:pic>
        <p:nvPicPr>
          <p:cNvPr id="4" name="Image 0" descr="/sessions/relaxed-hopeful-lovelace/mnt/GitHub/EDA_Steam_F2P_vs_Paid/src/img/h3_peak_c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2179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371600"/>
            <a:ext cx="502920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 ·  REFUTADA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Medianas = 0 en ambos grupos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4944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juegos no tienen jugadores concurrentes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2880360"/>
            <a:ext cx="502920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EL TOP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49440" y="3337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los 10 juegos con más jugadores son F2P: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0" y="3840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Counter-Strike 2 — 1.013.936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Dota 2 — 623.941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PUBG: BATTLEGROUNDS — 314.682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Apex Legends — 124.262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Marvel Rivals — 106.611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4 · EVOLUCIÓN TEMPORAL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boom F2P existió — pero ya pasó</a:t>
            </a:r>
            <a:endParaRPr lang="en-US" sz="3200" dirty="0"/>
          </a:p>
        </p:txBody>
      </p:sp>
      <p:pic>
        <p:nvPicPr>
          <p:cNvPr id="4" name="Image 0" descr="/sessions/relaxed-hopeful-lovelace/mnt/GitHub/EDA_Steam_F2P_vs_Paid/src/img/h4_evolucion_f2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5895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280160"/>
            <a:ext cx="356616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 ·  REFUTADA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rho ≈ 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monotónica creciente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2743200"/>
            <a:ext cx="356616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REAL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Curva en U invertida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1248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8,6 %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22,4 % (pico)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7,3 %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0" y="5074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boom coincide con la pandemia y los battle royales. La caída, con su saturación.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confirmadas, dos refutadas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786384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69164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· F2P peor que Pago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35440" y="1691640"/>
            <a:ext cx="2560320" cy="960120"/>
          </a:xfrm>
          <a:prstGeom prst="rect">
            <a:avLst/>
          </a:prstGeom>
          <a:solidFill>
            <a:srgbClr val="2EA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0" y="16916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8229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71600" y="2697480"/>
            <a:ext cx="786384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69748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 distintos entre modelos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35440" y="2697480"/>
            <a:ext cx="2560320" cy="960120"/>
          </a:xfrm>
          <a:prstGeom prst="rect">
            <a:avLst/>
          </a:prstGeom>
          <a:solidFill>
            <a:srgbClr val="2EA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6974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229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371600" y="3703320"/>
            <a:ext cx="786384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70332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&gt; Pago en Peak CCU (mediana)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35440" y="3703320"/>
            <a:ext cx="2560320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37033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8229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371600" y="4709160"/>
            <a:ext cx="786384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470916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F2P crece desde 2010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35440" y="4709160"/>
            <a:ext cx="2560320" cy="960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7091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ideas para llevarse a casa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417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F2P es un juego de extremos.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965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 los diez juegos más jugados son F2P, pero la mediana de jugadores es cero. Es un modelo «winner-take-all».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7280" cy="10972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2926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calidad percibida apenas difiere.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3474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y de pago se mueven en torno al 79–82 % de reseñas positivas. La leyenda de que «F2P = peor juego» es una caricatura.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097280" cy="10972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1168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mercado se aleja del F2P.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4983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cuota de lanzamientos F2P se ha desplomado tras la pandemia, del 22 % en 2020 al 7 % en 2024.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¿Y entonces… qué hago con esto?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37160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INDIE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capacidad de sostener live ops durante años, el modelo de pago ofrece mejor ratio rentabilidad / riesgo.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5778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137160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CCU mediana es engañoso. Mide el éxito de un F2P por presencia en el top-100 global, no por catálogo.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5778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137160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tiene sus géneros naturales. Pelear contra la gravedad del mercado es caro.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5778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40480"/>
            <a:ext cx="137160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4389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el análisis con ingresos estimados, retención (playtime) y nacionalidad del estudio.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Steam F2P vs Pago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· Steam F2P vs Pago</dc:title>
  <dc:subject>PptxGenJS Presentation</dc:subject>
  <dc:creator>Isaac Frr</dc:creator>
  <cp:lastModifiedBy>Isaac Frr</cp:lastModifiedBy>
  <cp:revision>1</cp:revision>
  <dcterms:created xsi:type="dcterms:W3CDTF">2026-05-19T05:58:41Z</dcterms:created>
  <dcterms:modified xsi:type="dcterms:W3CDTF">2026-05-19T05:58:41Z</dcterms:modified>
</cp:coreProperties>
</file>